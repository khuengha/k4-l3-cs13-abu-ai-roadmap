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3864"/>
                </a:solidFill>
              </a:rPr>
              <a:t>SổSạch · Lộ trình 12 tháng cho trợ lý đọc hoá đơn đầu vào (Nhóm ABU · CS13 · Đề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C000"/>
                </a:solidFill>
              </a:rPr>
              <a:t>KẾT LUẬN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118872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333333"/>
                </a:solidFill>
              </a:rPr>
              <a:t>Phát hành Mức 1 ngay: máy nhập, người duyệt 20%; đích tháng 6 là Mức 2 tự xác nhận 90% hoá đơn không cờ.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864"/>
                </a:solidFill>
              </a:rPr>
              <a:t>3 VIỆC CHÍNH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28600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333333"/>
                </a:solidFill>
              </a:rPr>
              <a:t>1) Nhập tự động hoá đơn điện tử tệp gốc cho 40 văn phòng.  2) Gắn cờ, kế toán chỉ xem ≤ 25%.  3) Đọc ảnh hoá đơn giấy.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864"/>
                </a:solidFill>
              </a:rPr>
              <a:t>CẦN GÌ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338328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333333"/>
                </a:solidFill>
              </a:rPr>
              <a:t>3 giờ/tuần của chị Hạnh · 8,5 giờ/vòng chấm bộ đề 40 ca · chi phí 704đ/việc · 20% hoá đơn có người duyệt.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805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864"/>
                </a:solidFill>
              </a:rPr>
              <a:t>RỦI RO LỚN NHẤT &amp; CÁCH XỬ LÝ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448056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333333"/>
                </a:solidFill>
              </a:rPr>
              <a:t>Lỗi mã số thuế/tiền. Cảnh báo ngay khi có 1 lỗi, kiểm 1% tuần đầu, chỉ lên mức khi 0 lỗi.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5778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864"/>
                </a:solidFill>
              </a:rPr>
              <a:t>KHI NÀO XEM LẠI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557784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333333"/>
                </a:solidFill>
              </a:rPr>
              <a:t>Rà ngày 30, 60, 90; dừng mở rộng nếu doanh thu dưới 3,71 triệu/văn phòng 2 tháng liên tiếp trên 10 văn phòng.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